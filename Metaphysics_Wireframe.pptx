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748E14-75BA-4516-9376-B874E3D9AB19}" v="11" dt="2023-02-13T02:13:31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ne Boyland" userId="25267a2a-377c-40d1-8ad0-8d7bc49bea6a" providerId="ADAL" clId="{CA748E14-75BA-4516-9376-B874E3D9AB19}"/>
    <pc:docChg chg="undo custSel modSld modMainMaster">
      <pc:chgData name="Adrienne Boyland" userId="25267a2a-377c-40d1-8ad0-8d7bc49bea6a" providerId="ADAL" clId="{CA748E14-75BA-4516-9376-B874E3D9AB19}" dt="2023-02-13T02:13:45.132" v="196" actId="14100"/>
      <pc:docMkLst>
        <pc:docMk/>
      </pc:docMkLst>
      <pc:sldChg chg="setBg">
        <pc:chgData name="Adrienne Boyland" userId="25267a2a-377c-40d1-8ad0-8d7bc49bea6a" providerId="ADAL" clId="{CA748E14-75BA-4516-9376-B874E3D9AB19}" dt="2023-02-13T01:30:55.340" v="3"/>
        <pc:sldMkLst>
          <pc:docMk/>
          <pc:sldMk cId="2979289632" sldId="256"/>
        </pc:sldMkLst>
      </pc:sldChg>
      <pc:sldChg chg="addSp delSp modSp mod setBg">
        <pc:chgData name="Adrienne Boyland" userId="25267a2a-377c-40d1-8ad0-8d7bc49bea6a" providerId="ADAL" clId="{CA748E14-75BA-4516-9376-B874E3D9AB19}" dt="2023-02-13T01:47:01.808" v="34" actId="14100"/>
        <pc:sldMkLst>
          <pc:docMk/>
          <pc:sldMk cId="2722158553" sldId="257"/>
        </pc:sldMkLst>
        <pc:spChg chg="mod">
          <ac:chgData name="Adrienne Boyland" userId="25267a2a-377c-40d1-8ad0-8d7bc49bea6a" providerId="ADAL" clId="{CA748E14-75BA-4516-9376-B874E3D9AB19}" dt="2023-02-13T01:31:11.240" v="24" actId="20577"/>
          <ac:spMkLst>
            <pc:docMk/>
            <pc:sldMk cId="2722158553" sldId="257"/>
            <ac:spMk id="2" creationId="{7C0BD916-0AAF-F70F-2322-BB3DCB1928D5}"/>
          </ac:spMkLst>
        </pc:spChg>
        <pc:spChg chg="del">
          <ac:chgData name="Adrienne Boyland" userId="25267a2a-377c-40d1-8ad0-8d7bc49bea6a" providerId="ADAL" clId="{CA748E14-75BA-4516-9376-B874E3D9AB19}" dt="2023-02-13T01:46:41.969" v="25" actId="931"/>
          <ac:spMkLst>
            <pc:docMk/>
            <pc:sldMk cId="2722158553" sldId="257"/>
            <ac:spMk id="3" creationId="{0D457C62-31D7-4E86-FB29-0F2BAD3ED671}"/>
          </ac:spMkLst>
        </pc:spChg>
        <pc:picChg chg="add mod">
          <ac:chgData name="Adrienne Boyland" userId="25267a2a-377c-40d1-8ad0-8d7bc49bea6a" providerId="ADAL" clId="{CA748E14-75BA-4516-9376-B874E3D9AB19}" dt="2023-02-13T01:47:01.808" v="34" actId="14100"/>
          <ac:picMkLst>
            <pc:docMk/>
            <pc:sldMk cId="2722158553" sldId="257"/>
            <ac:picMk id="5" creationId="{4DB6DA92-8373-A467-9124-57847874A2F8}"/>
          </ac:picMkLst>
        </pc:picChg>
      </pc:sldChg>
      <pc:sldChg chg="addSp delSp modSp mod">
        <pc:chgData name="Adrienne Boyland" userId="25267a2a-377c-40d1-8ad0-8d7bc49bea6a" providerId="ADAL" clId="{CA748E14-75BA-4516-9376-B874E3D9AB19}" dt="2023-02-13T01:47:41.039" v="72" actId="14100"/>
        <pc:sldMkLst>
          <pc:docMk/>
          <pc:sldMk cId="648064840" sldId="258"/>
        </pc:sldMkLst>
        <pc:spChg chg="mod">
          <ac:chgData name="Adrienne Boyland" userId="25267a2a-377c-40d1-8ad0-8d7bc49bea6a" providerId="ADAL" clId="{CA748E14-75BA-4516-9376-B874E3D9AB19}" dt="2023-02-13T01:47:22.620" v="63" actId="20577"/>
          <ac:spMkLst>
            <pc:docMk/>
            <pc:sldMk cId="648064840" sldId="258"/>
            <ac:spMk id="2" creationId="{679E7377-4700-790A-D890-E41D7F264678}"/>
          </ac:spMkLst>
        </pc:spChg>
        <pc:spChg chg="del">
          <ac:chgData name="Adrienne Boyland" userId="25267a2a-377c-40d1-8ad0-8d7bc49bea6a" providerId="ADAL" clId="{CA748E14-75BA-4516-9376-B874E3D9AB19}" dt="2023-02-13T01:47:27.239" v="64" actId="931"/>
          <ac:spMkLst>
            <pc:docMk/>
            <pc:sldMk cId="648064840" sldId="258"/>
            <ac:spMk id="3" creationId="{AF67ABCC-451B-FADD-EB89-DAACDDE9B216}"/>
          </ac:spMkLst>
        </pc:spChg>
        <pc:picChg chg="add mod">
          <ac:chgData name="Adrienne Boyland" userId="25267a2a-377c-40d1-8ad0-8d7bc49bea6a" providerId="ADAL" clId="{CA748E14-75BA-4516-9376-B874E3D9AB19}" dt="2023-02-13T01:47:41.039" v="72" actId="14100"/>
          <ac:picMkLst>
            <pc:docMk/>
            <pc:sldMk cId="648064840" sldId="258"/>
            <ac:picMk id="5" creationId="{6DA9B4DD-3730-1E15-8765-AC403B05667A}"/>
          </ac:picMkLst>
        </pc:picChg>
      </pc:sldChg>
      <pc:sldChg chg="addSp delSp modSp mod">
        <pc:chgData name="Adrienne Boyland" userId="25267a2a-377c-40d1-8ad0-8d7bc49bea6a" providerId="ADAL" clId="{CA748E14-75BA-4516-9376-B874E3D9AB19}" dt="2023-02-13T01:56:01.033" v="141" actId="14100"/>
        <pc:sldMkLst>
          <pc:docMk/>
          <pc:sldMk cId="1842300638" sldId="259"/>
        </pc:sldMkLst>
        <pc:spChg chg="mod">
          <ac:chgData name="Adrienne Boyland" userId="25267a2a-377c-40d1-8ad0-8d7bc49bea6a" providerId="ADAL" clId="{CA748E14-75BA-4516-9376-B874E3D9AB19}" dt="2023-02-13T01:48:05.800" v="115" actId="20577"/>
          <ac:spMkLst>
            <pc:docMk/>
            <pc:sldMk cId="1842300638" sldId="259"/>
            <ac:spMk id="2" creationId="{EC480D6E-7AB4-EF3D-752A-2453DE564175}"/>
          </ac:spMkLst>
        </pc:spChg>
        <pc:spChg chg="add del">
          <ac:chgData name="Adrienne Boyland" userId="25267a2a-377c-40d1-8ad0-8d7bc49bea6a" providerId="ADAL" clId="{CA748E14-75BA-4516-9376-B874E3D9AB19}" dt="2023-02-13T01:55:49.418" v="133" actId="931"/>
          <ac:spMkLst>
            <pc:docMk/>
            <pc:sldMk cId="1842300638" sldId="259"/>
            <ac:spMk id="3" creationId="{5FAD38AB-C8B1-854D-F826-2DEC0CC0A279}"/>
          </ac:spMkLst>
        </pc:spChg>
        <pc:spChg chg="add del mod">
          <ac:chgData name="Adrienne Boyland" userId="25267a2a-377c-40d1-8ad0-8d7bc49bea6a" providerId="ADAL" clId="{CA748E14-75BA-4516-9376-B874E3D9AB19}" dt="2023-02-13T01:48:51.303" v="127" actId="11529"/>
          <ac:spMkLst>
            <pc:docMk/>
            <pc:sldMk cId="1842300638" sldId="259"/>
            <ac:spMk id="4" creationId="{0C7037CA-F6C0-A1C0-C873-3FA171D30F71}"/>
          </ac:spMkLst>
        </pc:spChg>
        <pc:picChg chg="add del mod">
          <ac:chgData name="Adrienne Boyland" userId="25267a2a-377c-40d1-8ad0-8d7bc49bea6a" providerId="ADAL" clId="{CA748E14-75BA-4516-9376-B874E3D9AB19}" dt="2023-02-13T01:53:27.058" v="132" actId="931"/>
          <ac:picMkLst>
            <pc:docMk/>
            <pc:sldMk cId="1842300638" sldId="259"/>
            <ac:picMk id="6" creationId="{521C0F06-90EE-2840-5C6E-9DE2EDA2FE25}"/>
          </ac:picMkLst>
        </pc:picChg>
        <pc:picChg chg="add mod">
          <ac:chgData name="Adrienne Boyland" userId="25267a2a-377c-40d1-8ad0-8d7bc49bea6a" providerId="ADAL" clId="{CA748E14-75BA-4516-9376-B874E3D9AB19}" dt="2023-02-13T01:56:01.033" v="141" actId="14100"/>
          <ac:picMkLst>
            <pc:docMk/>
            <pc:sldMk cId="1842300638" sldId="259"/>
            <ac:picMk id="8" creationId="{297D5B31-7FC2-A359-8837-A7103B541F7B}"/>
          </ac:picMkLst>
        </pc:picChg>
      </pc:sldChg>
      <pc:sldChg chg="addSp delSp modSp mod">
        <pc:chgData name="Adrienne Boyland" userId="25267a2a-377c-40d1-8ad0-8d7bc49bea6a" providerId="ADAL" clId="{CA748E14-75BA-4516-9376-B874E3D9AB19}" dt="2023-02-13T02:08:11.353" v="169" actId="14100"/>
        <pc:sldMkLst>
          <pc:docMk/>
          <pc:sldMk cId="102485151" sldId="260"/>
        </pc:sldMkLst>
        <pc:spChg chg="mod">
          <ac:chgData name="Adrienne Boyland" userId="25267a2a-377c-40d1-8ad0-8d7bc49bea6a" providerId="ADAL" clId="{CA748E14-75BA-4516-9376-B874E3D9AB19}" dt="2023-02-13T01:56:20.018" v="160" actId="20577"/>
          <ac:spMkLst>
            <pc:docMk/>
            <pc:sldMk cId="102485151" sldId="260"/>
            <ac:spMk id="2" creationId="{119BF4AC-9BC2-B6DD-772E-BF7523BF5160}"/>
          </ac:spMkLst>
        </pc:spChg>
        <pc:spChg chg="del">
          <ac:chgData name="Adrienne Boyland" userId="25267a2a-377c-40d1-8ad0-8d7bc49bea6a" providerId="ADAL" clId="{CA748E14-75BA-4516-9376-B874E3D9AB19}" dt="2023-02-13T02:07:57.304" v="161" actId="931"/>
          <ac:spMkLst>
            <pc:docMk/>
            <pc:sldMk cId="102485151" sldId="260"/>
            <ac:spMk id="3" creationId="{78E624F0-5D21-5A05-6E12-269AB19DD462}"/>
          </ac:spMkLst>
        </pc:spChg>
        <pc:picChg chg="add mod">
          <ac:chgData name="Adrienne Boyland" userId="25267a2a-377c-40d1-8ad0-8d7bc49bea6a" providerId="ADAL" clId="{CA748E14-75BA-4516-9376-B874E3D9AB19}" dt="2023-02-13T02:08:11.353" v="169" actId="14100"/>
          <ac:picMkLst>
            <pc:docMk/>
            <pc:sldMk cId="102485151" sldId="260"/>
            <ac:picMk id="5" creationId="{38B83223-5FFA-1359-D719-61C82147B8F4}"/>
          </ac:picMkLst>
        </pc:picChg>
      </pc:sldChg>
      <pc:sldChg chg="addSp delSp modSp mod">
        <pc:chgData name="Adrienne Boyland" userId="25267a2a-377c-40d1-8ad0-8d7bc49bea6a" providerId="ADAL" clId="{CA748E14-75BA-4516-9376-B874E3D9AB19}" dt="2023-02-13T02:13:45.132" v="196" actId="14100"/>
        <pc:sldMkLst>
          <pc:docMk/>
          <pc:sldMk cId="3662463831" sldId="261"/>
        </pc:sldMkLst>
        <pc:spChg chg="mod">
          <ac:chgData name="Adrienne Boyland" userId="25267a2a-377c-40d1-8ad0-8d7bc49bea6a" providerId="ADAL" clId="{CA748E14-75BA-4516-9376-B874E3D9AB19}" dt="2023-02-13T02:08:33.602" v="186" actId="20577"/>
          <ac:spMkLst>
            <pc:docMk/>
            <pc:sldMk cId="3662463831" sldId="261"/>
            <ac:spMk id="2" creationId="{542A05AB-D984-172C-5436-43172362258C}"/>
          </ac:spMkLst>
        </pc:spChg>
        <pc:spChg chg="del">
          <ac:chgData name="Adrienne Boyland" userId="25267a2a-377c-40d1-8ad0-8d7bc49bea6a" providerId="ADAL" clId="{CA748E14-75BA-4516-9376-B874E3D9AB19}" dt="2023-02-13T02:13:31.633" v="187" actId="931"/>
          <ac:spMkLst>
            <pc:docMk/>
            <pc:sldMk cId="3662463831" sldId="261"/>
            <ac:spMk id="3" creationId="{B61298DD-ACAF-3E3B-9748-18235976D5F7}"/>
          </ac:spMkLst>
        </pc:spChg>
        <pc:picChg chg="add mod">
          <ac:chgData name="Adrienne Boyland" userId="25267a2a-377c-40d1-8ad0-8d7bc49bea6a" providerId="ADAL" clId="{CA748E14-75BA-4516-9376-B874E3D9AB19}" dt="2023-02-13T02:13:45.132" v="196" actId="14100"/>
          <ac:picMkLst>
            <pc:docMk/>
            <pc:sldMk cId="3662463831" sldId="261"/>
            <ac:picMk id="5" creationId="{7DD6770A-451B-6791-68C9-3AA61C334192}"/>
          </ac:picMkLst>
        </pc:picChg>
      </pc:sldChg>
      <pc:sldMasterChg chg="setBg modSldLayout">
        <pc:chgData name="Adrienne Boyland" userId="25267a2a-377c-40d1-8ad0-8d7bc49bea6a" providerId="ADAL" clId="{CA748E14-75BA-4516-9376-B874E3D9AB19}" dt="2023-02-13T01:30:55.340" v="3"/>
        <pc:sldMasterMkLst>
          <pc:docMk/>
          <pc:sldMasterMk cId="1765499127" sldId="2147483648"/>
        </pc:sldMasterMkLst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2005810728" sldId="2147483649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606883199" sldId="2147483650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712342398" sldId="2147483651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3551274192" sldId="2147483652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359083623" sldId="2147483653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903803454" sldId="2147483654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2485554639" sldId="2147483655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711209560" sldId="2147483656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3483139679" sldId="2147483657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487613503" sldId="2147483658"/>
          </pc:sldLayoutMkLst>
        </pc:sldLayoutChg>
        <pc:sldLayoutChg chg="setBg">
          <pc:chgData name="Adrienne Boyland" userId="25267a2a-377c-40d1-8ad0-8d7bc49bea6a" providerId="ADAL" clId="{CA748E14-75BA-4516-9376-B874E3D9AB19}" dt="2023-02-13T01:30:55.340" v="3"/>
          <pc:sldLayoutMkLst>
            <pc:docMk/>
            <pc:sldMasterMk cId="1765499127" sldId="2147483648"/>
            <pc:sldLayoutMk cId="180263005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8A53-E02B-79C1-0AC2-DA41FBC13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1CD8A-32AA-1468-05D6-AE38904C8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77FA4-AB49-3920-3F6C-8C542F27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A740E-583A-F12D-7992-4CE04E3F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8412-4BAC-0EEC-E297-E4FBFA3F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1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8DD5-583E-CA8D-7902-71142C7C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72F2-D8A4-A65D-2C85-12078AC6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1E273-3487-05CB-0ED1-C709F50E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ACB13-B1D1-D3DD-8773-126E9B28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5BDED-5546-2A63-5FE0-AB1760AE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8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A7C6-8ECF-D5FE-497D-70AB95CB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DA9BA-223A-8810-F5E1-9633EFC83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CBD89-C13A-DA9D-C985-619F1D92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3EB6-3BFA-B0F8-21B5-A12B527E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5A19F-ADE4-F166-04FF-B523110B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4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A4E9-28BE-6FAC-1FD6-AEAD9B3F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3674C-BEDC-51B6-0A78-8252BD11B7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D8979-4E6F-DC8E-3EA3-65D6136B0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6431B-962A-53D1-9805-FE8B49EE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1E1CF-5917-2279-69D5-5C3E10B6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808D6-AF0E-7BE4-0D32-3665528D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7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984B-81CD-8C86-0B9D-2EA5B17A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34992-86EC-D7CB-B2F4-97566CB2C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BB48-3B84-094B-BA05-3FE7850F1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01FF5C-2CAD-7FEA-9F40-C38A9CED3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A57D02-72E2-0A02-D2A8-273C901DA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71667-AA15-CFCB-9A44-2BBFD115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C7DED-5554-FFF3-F571-4D95097C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6DD7C-E89D-A362-1D2F-11A3A006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B6E8-9AB2-E992-A404-5EB12213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1474C-F97C-D372-28BA-F8129873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CD456-3DBD-496E-BEA6-DBD02D0AE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48B8F-80B5-12C2-73EE-5D3A3B11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0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DC0F9-C24C-FD33-D9C5-1D1CEA56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6D766B-6A32-6E91-CB9F-39DA1C45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FF0FB-5BD6-5712-EC8C-6414C268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5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A669-3473-FA2D-4DC9-30931DBF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622A-53A6-EFD9-FC2F-4948D845B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37229-13A7-C144-0BB6-2FF770E82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721C4-0ECA-1AC1-A31C-D41443FA0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F9A2-9E3B-B748-9FB6-5D208522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CC91B-184E-88CC-296E-B61229D0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0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C694-7B8F-2F42-D7C5-012920C7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2A57C-4CA5-DCAB-C0D0-4BA79E72E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8DA2A-0F6C-ADC7-6CF0-91C0216F3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29158-41C2-CA18-B76A-8475DC57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9FF82-4835-B76D-F47B-B1740FDF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BCA69-EB35-9335-FB9F-C0F5FF76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3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74BA-4E62-92EF-D369-7EA12F06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97B02-D64E-7400-2CCB-5B9EDD212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61EA5-ED56-713A-2FA1-54D4B246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785AE-3663-8AA3-5F94-D7140002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8F611-2C6E-CC79-AF10-211529E5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1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55E0E-B95F-75D0-8434-714C443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AADCD-429E-E86E-2B80-D1C047FB0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B85C-D4C9-7C3D-50EA-8E73DD5B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59040-2CC4-0CB6-6E43-AB0F7CCF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DEB2-E469-1527-96B7-C6D1AF6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3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A49E8-1FA3-64A0-8B90-BE2AA4B4A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48B3D-2B8C-D792-3EE9-E2104BF3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1E781-5806-1FB9-39EA-D3A2D3380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59760-9B58-4C78-9DE5-ED33D4030FBF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5D6A8-3F2F-883F-699E-E9E920B6E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E0B94-51F8-9D9A-362F-3E42AD07A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BC3D4-5FC4-4746-A0FF-17A4F3EE1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9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CA8E-3D1A-FE17-BED0-B21D9469A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Wireframe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0674D-F241-44EC-96D6-D225C4B4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Adrienne Boyland</a:t>
            </a:r>
          </a:p>
        </p:txBody>
      </p:sp>
    </p:spTree>
    <p:extLst>
      <p:ext uri="{BB962C8B-B14F-4D97-AF65-F5344CB8AC3E}">
        <p14:creationId xmlns:p14="http://schemas.microsoft.com/office/powerpoint/2010/main" val="2979289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D916-0AAF-F70F-2322-BB3DCB19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</a:p>
        </p:txBody>
      </p:sp>
      <p:pic>
        <p:nvPicPr>
          <p:cNvPr id="5" name="Content Placeholder 4" descr="Graphical user interface">
            <a:extLst>
              <a:ext uri="{FF2B5EF4-FFF2-40B4-BE49-F238E27FC236}">
                <a16:creationId xmlns:a16="http://schemas.microsoft.com/office/drawing/2014/main" id="{4DB6DA92-8373-A467-9124-57847874A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974" y="1319842"/>
            <a:ext cx="8609162" cy="5173033"/>
          </a:xfrm>
        </p:spPr>
      </p:pic>
    </p:spTree>
    <p:extLst>
      <p:ext uri="{BB962C8B-B14F-4D97-AF65-F5344CB8AC3E}">
        <p14:creationId xmlns:p14="http://schemas.microsoft.com/office/powerpoint/2010/main" val="272215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7377-4700-790A-D890-E41D7F26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2 (Are you Spiritual?)</a:t>
            </a:r>
          </a:p>
        </p:txBody>
      </p:sp>
      <p:pic>
        <p:nvPicPr>
          <p:cNvPr id="5" name="Content Placeholder 4" descr="A picture containing chart">
            <a:extLst>
              <a:ext uri="{FF2B5EF4-FFF2-40B4-BE49-F238E27FC236}">
                <a16:creationId xmlns:a16="http://schemas.microsoft.com/office/drawing/2014/main" id="{6DA9B4DD-3730-1E15-8765-AC403B056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974" y="1604512"/>
            <a:ext cx="9670211" cy="4804913"/>
          </a:xfrm>
        </p:spPr>
      </p:pic>
    </p:spTree>
    <p:extLst>
      <p:ext uri="{BB962C8B-B14F-4D97-AF65-F5344CB8AC3E}">
        <p14:creationId xmlns:p14="http://schemas.microsoft.com/office/powerpoint/2010/main" val="64806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0D6E-7AB4-EF3D-752A-2453DE56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3 (More on Spirituality)</a:t>
            </a:r>
          </a:p>
        </p:txBody>
      </p:sp>
      <p:pic>
        <p:nvPicPr>
          <p:cNvPr id="8" name="Content Placeholder 7" descr="Graphical user interface">
            <a:extLst>
              <a:ext uri="{FF2B5EF4-FFF2-40B4-BE49-F238E27FC236}">
                <a16:creationId xmlns:a16="http://schemas.microsoft.com/office/drawing/2014/main" id="{297D5B31-7FC2-A359-8837-A7103B541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95" y="1621410"/>
            <a:ext cx="9624766" cy="5043341"/>
          </a:xfrm>
        </p:spPr>
      </p:pic>
    </p:spTree>
    <p:extLst>
      <p:ext uri="{BB962C8B-B14F-4D97-AF65-F5344CB8AC3E}">
        <p14:creationId xmlns:p14="http://schemas.microsoft.com/office/powerpoint/2010/main" val="184230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F4AC-9BC2-B6DD-772E-BF7523BF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4 (References)</a:t>
            </a:r>
          </a:p>
        </p:txBody>
      </p:sp>
      <p:pic>
        <p:nvPicPr>
          <p:cNvPr id="5" name="Content Placeholder 4" descr="Graphical user interface">
            <a:extLst>
              <a:ext uri="{FF2B5EF4-FFF2-40B4-BE49-F238E27FC236}">
                <a16:creationId xmlns:a16="http://schemas.microsoft.com/office/drawing/2014/main" id="{38B83223-5FFA-1359-D719-61C82147B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709" y="1509623"/>
            <a:ext cx="9169880" cy="4983252"/>
          </a:xfrm>
        </p:spPr>
      </p:pic>
    </p:spTree>
    <p:extLst>
      <p:ext uri="{BB962C8B-B14F-4D97-AF65-F5344CB8AC3E}">
        <p14:creationId xmlns:p14="http://schemas.microsoft.com/office/powerpoint/2010/main" val="10248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05AB-D984-172C-5436-43172362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5 (About Us)</a:t>
            </a:r>
          </a:p>
        </p:txBody>
      </p:sp>
      <p:pic>
        <p:nvPicPr>
          <p:cNvPr id="5" name="Content Placeholder 4" descr="Graphical user interface">
            <a:extLst>
              <a:ext uri="{FF2B5EF4-FFF2-40B4-BE49-F238E27FC236}">
                <a16:creationId xmlns:a16="http://schemas.microsoft.com/office/drawing/2014/main" id="{7DD6770A-451B-6791-68C9-3AA61C334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966" y="1362974"/>
            <a:ext cx="8545042" cy="4968815"/>
          </a:xfrm>
        </p:spPr>
      </p:pic>
    </p:spTree>
    <p:extLst>
      <p:ext uri="{BB962C8B-B14F-4D97-AF65-F5344CB8AC3E}">
        <p14:creationId xmlns:p14="http://schemas.microsoft.com/office/powerpoint/2010/main" val="3662463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Project Wireframe</vt:lpstr>
      <vt:lpstr>Home Page</vt:lpstr>
      <vt:lpstr>Page 2 (Are you Spiritual?)</vt:lpstr>
      <vt:lpstr>Page 3 (More on Spirituality)</vt:lpstr>
      <vt:lpstr>Page 4 (References)</vt:lpstr>
      <vt:lpstr>Page 5 (About Us)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Wireframe</dc:title>
  <dc:creator>Adrienne Boyland</dc:creator>
  <cp:lastModifiedBy>Adrienne Boyland</cp:lastModifiedBy>
  <cp:revision>1</cp:revision>
  <dcterms:created xsi:type="dcterms:W3CDTF">2023-02-13T01:28:12Z</dcterms:created>
  <dcterms:modified xsi:type="dcterms:W3CDTF">2023-02-13T02:13:49Z</dcterms:modified>
</cp:coreProperties>
</file>